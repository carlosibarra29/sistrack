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D212A-4922-F308-CA3F-5733BE524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CC1832-E6F1-4417-2381-CD04929E9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763487-1754-CC52-8FC3-EEDC05644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99548C-8F04-27AB-FB5E-26D49F7D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FD6CF6-FF79-2644-9CB8-E2F3B176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1534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ACA2D-B93D-E9E0-2FBD-81394D06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3C7DA-6530-54CB-BFCC-D6C75DA71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AEB7BA-2E1F-5CC0-6B0E-F335B1C67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99A287-C448-27F0-46F8-23241E1C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9CCE9-25EB-EE58-98AE-08B64830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58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B311B-49FF-F8E9-745B-7E931B9FA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F8C1B0-CBF9-F96C-3324-98EE264DB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589F91-83C5-B90B-907B-E66170CB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7FF881-2382-332C-8AEE-3BBA38CE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9D0F63-B8DD-47D5-7D07-60082550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87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ADD85-9DD1-8771-5BF0-D1B0CDD9E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C80972-5E4B-1DB5-55C1-5F2C3B51D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5506CC-FA14-895F-4452-5F2FFCB6B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E5028B-62F7-9119-ABD4-9C31E330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3D1CB0-7F18-E1A3-BD94-9E804EB6D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EA7C42-7B94-14AB-1474-7CD4BE74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793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ACE4-6D17-BC93-0427-EAE100E5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5FA0B1-C3C5-7039-48CE-702256543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F0ED66-B412-E2E2-F3D6-9B83614F4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01C9E9-8A9D-F58F-0800-F9A7A3902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54EE33-DB6F-1B13-F787-43888F9CB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845F51-1134-57B6-E192-E56BF341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ACD171-28D3-C476-1E8A-ED3C23EE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2622004-249B-7C8A-1DA3-011A1A17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465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36F3F-EDB7-544D-7C3E-83E14EC4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D41CF77-2661-7D94-7347-E1C37E37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F87462-1CE5-608C-C6CA-58013277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8B8055-0B71-7AD1-989E-BE9BC8AC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209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1A7473-7FBD-9FD1-A024-92177B025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C30DFD-B1A0-D712-1CAD-7F21D9A7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653AFF-9BAE-CCB0-3514-61352C74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877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DA43E-0AFC-6711-3FE5-1660ACAE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7F1BC-1B9C-A589-4482-EC083141D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8C0403-996B-5482-73A2-F94B93341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D2C4A8-C57F-CC4C-CE00-9EDFC2E3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D9F5A4-7126-2BD0-CE21-8289F5CF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4E8B7-DCE2-C6D9-8BD1-0EB2AF1F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8797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A3055-6D33-4E87-F699-0B2E5D76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5BFA211-1036-BB67-2591-B2C755A53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BACF66-A015-07C6-05DC-E9736D926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511600-8629-72E9-D2CE-985E9DC3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1071F0-CA42-0575-966D-58852543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6ACE9D-5171-EA52-AEAC-7AADFC20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980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59553-0171-C24F-7098-E71950CF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F9DA09-F2F3-8147-BC98-4B88D407D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8D4E23-AFC0-8981-EDA8-738908B1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4D8133-9635-8D82-6A9F-2C2A4704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8B42D2-9C4D-E66D-B49C-57FA7086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443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C07AC8-6196-CEE5-0F6A-DB2DED171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0EDA47-E33F-50B9-F210-EFF4037F9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5C0693-6ED6-354D-72BE-176132AF8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EB1248-12B4-672D-5F0E-F10C7480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18771F-A5C9-F131-4419-2775008A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130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21E223-6B59-DB7F-7735-17C37182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9A8995-C5FE-7620-3714-7860345E1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58B789-76FD-9C48-6CD8-586F6BFC4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EBE16-7A83-4087-B873-A20849A2AF79}" type="datetimeFigureOut">
              <a:rPr lang="es-MX" smtClean="0"/>
              <a:t>26/01/2026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1AC8AA-68CC-9E8B-2EE2-6480AD687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BF5AAA-BF32-B9DF-E4DB-E85D4F93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1872F-AC11-431B-8F75-9EF6E25802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384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DDA63-B026-A8A2-6A66-009A0C8004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AAC387-D2F3-D138-3D7E-86F9D83569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755965E-20F8-EEA4-DEE6-F769EE7E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5" y="423443"/>
            <a:ext cx="10821910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81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2CD77-7315-3468-C55D-0EBA241B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ED1FB4-B7B8-120E-C7D7-A626EA7FE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3E2C1944-042A-0D50-5663-162AB4E8E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413916"/>
            <a:ext cx="11117226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57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D541C-9C15-DB2B-8387-B410362A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1C7777-9473-070F-BF4C-51244F4CF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8E5EAE1E-CB1F-C2E8-7764-2C4C77FAE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323416"/>
            <a:ext cx="11050542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0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6C197-2F3F-94EB-D5BA-1CC3E9B1F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8D1B9B-81AA-54A8-1546-659D96661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833BE3F4-2204-0342-A161-88C4D7B77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371048"/>
            <a:ext cx="10869542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3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92F44-7F65-CA66-FFBA-AE930641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AEB49D-901D-CF42-1CA0-2F319015E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31D54795-99D7-2F45-0E30-5F88D9F6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456785"/>
            <a:ext cx="10831437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7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ECE65-7B57-01AE-2A3A-B1235F69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1B9A8D-48CE-0059-8E04-6883BDF05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60C10440-D901-DFEC-5DE6-03FF36EF5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2" y="261495"/>
            <a:ext cx="11222016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0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5E3FD2-E0E4-5D6E-A5F7-7F05BDEF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DB50FD-2F3F-E96C-24F0-5669C57B2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1AFEA9B9-5FB5-2121-5195-9B9819C7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304364"/>
            <a:ext cx="11079121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17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7AE4B-54E6-C4BD-B64F-F5BE98ED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E27A51-2721-A8DC-21C9-6C3A80856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0C00CA57-6BBD-7807-B1CF-340789731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375811"/>
            <a:ext cx="10755226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13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A4727-44D4-38F6-89EC-3E76F393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98E8E1-4E18-3338-5342-B340A0740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26A05419-F6EF-295B-23FA-4A2642C6E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271022"/>
            <a:ext cx="11136279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622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 Ramírez</dc:creator>
  <cp:lastModifiedBy>Eric  Ramírez</cp:lastModifiedBy>
  <cp:revision>1</cp:revision>
  <dcterms:created xsi:type="dcterms:W3CDTF">2026-01-26T20:08:05Z</dcterms:created>
  <dcterms:modified xsi:type="dcterms:W3CDTF">2026-01-27T22:02:34Z</dcterms:modified>
</cp:coreProperties>
</file>